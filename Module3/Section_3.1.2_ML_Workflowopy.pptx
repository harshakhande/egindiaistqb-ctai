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11064240" cy="48320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900" b="1" dirty="0">
                <a:solidFill>
                  <a:srgbClr val="161E1D"/>
                </a:solidFill>
                <a:latin typeface="Aptos"/>
              </a:rPr>
              <a:t>3.1.1 </a:t>
            </a:r>
            <a:r>
              <a:rPr lang="en-IN" sz="2900" b="1" dirty="0">
                <a:solidFill>
                  <a:srgbClr val="161E1D"/>
                </a:solidFill>
                <a:latin typeface="Aptos"/>
              </a:rPr>
              <a:t>ML Workflow</a:t>
            </a:r>
            <a:endParaRPr sz="2900" b="1" dirty="0">
              <a:solidFill>
                <a:srgbClr val="161E1D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9808" y="1280160"/>
            <a:ext cx="10716768" cy="10058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400" b="0">
                <a:solidFill>
                  <a:srgbClr val="161E1D"/>
                </a:solidFill>
                <a:latin typeface="Aptos"/>
              </a:rPr>
              <a:t>•  Machine learning (ML) algorithms are categorized into three main approaches: supervised learning, unsupervised learning, and reinforcement learning.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505456"/>
            <a:ext cx="10716768" cy="10058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400" b="0">
                <a:solidFill>
                  <a:srgbClr val="161E1D"/>
                </a:solidFill>
                <a:latin typeface="Aptos"/>
              </a:rPr>
              <a:t>•  Each approach solves different kinds of problems. The choice depends on the available data and the specific task.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11064240" cy="48320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lang="en-IN" sz="2900" b="1" dirty="0">
                <a:solidFill>
                  <a:srgbClr val="161E1D"/>
                </a:solidFill>
                <a:latin typeface="Aptos"/>
              </a:rPr>
              <a:t>ML Work flow</a:t>
            </a:r>
            <a:endParaRPr sz="2900" b="1" dirty="0">
              <a:solidFill>
                <a:srgbClr val="161E1D"/>
              </a:solidFill>
              <a:latin typeface="Apto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7DE61D-8A78-6D48-3EF2-BC7D587B3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270" y="1120028"/>
            <a:ext cx="7791377" cy="50155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51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Anurag Patil</dc:creator>
  <cp:keywords/>
  <dc:description>generated using python-pptx</dc:description>
  <cp:lastModifiedBy>Anurag Patil</cp:lastModifiedBy>
  <cp:revision>23</cp:revision>
  <dcterms:created xsi:type="dcterms:W3CDTF">2013-01-27T09:14:16Z</dcterms:created>
  <dcterms:modified xsi:type="dcterms:W3CDTF">2026-10-14T04:32:52Z</dcterms:modified>
  <cp:category/>
</cp:coreProperties>
</file>