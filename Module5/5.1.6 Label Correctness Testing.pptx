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75" r:id="rId2"/>
    <p:sldId id="265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AAEFD-765E-87D0-7112-E167FE661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C18A72-4328-C92A-9F2F-60F0FFA0B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77D22-F290-F285-74B6-5EB399B67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6232B-D53B-1120-C6ED-D5530F4ACA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16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7A5E60-7275-B82A-F504-B301FD9C2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30D56E-1C4C-E563-ED15-3C4CBA155959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316E6D8-D277-0F17-8616-A111257BDC04}"/>
              </a:ext>
            </a:extLst>
          </p:cNvPr>
          <p:cNvSpPr/>
          <p:nvPr/>
        </p:nvSpPr>
        <p:spPr>
          <a:xfrm>
            <a:off x="530352" y="641115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7BEEA8-A57A-7BB1-7DA1-0920716F8F95}"/>
              </a:ext>
            </a:extLst>
          </p:cNvPr>
          <p:cNvSpPr txBox="1"/>
          <p:nvPr/>
        </p:nvSpPr>
        <p:spPr>
          <a:xfrm>
            <a:off x="530352" y="108708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5.1.6 -Label Correctness Testing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A0B776-E066-265C-9C2F-2ED392F7D7EB}"/>
              </a:ext>
            </a:extLst>
          </p:cNvPr>
          <p:cNvSpPr txBox="1"/>
          <p:nvPr/>
        </p:nvSpPr>
        <p:spPr>
          <a:xfrm>
            <a:off x="1149470" y="1296239"/>
            <a:ext cx="8529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9E2135-068D-A6C3-2D9C-FC40331F0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83" y="804976"/>
            <a:ext cx="9385538" cy="541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022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FF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2834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YOU!!!</a:t>
            </a:r>
            <a:endParaRPr lang="en-US" sz="3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</Words>
  <Application>Microsoft Office PowerPoint</Application>
  <PresentationFormat>Widescreen</PresentationFormat>
  <Paragraphs>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Calculation of Machine Learning Functional Performance Metrics</dc:title>
  <dc:subject>ISTQB CT-AI 3.3.1</dc:subject>
  <dc:creator>OpenAI</dc:creator>
  <cp:lastModifiedBy>Anurag Patil</cp:lastModifiedBy>
  <cp:revision>32</cp:revision>
  <dcterms:created xsi:type="dcterms:W3CDTF">2026-10-14T05:21:37Z</dcterms:created>
  <dcterms:modified xsi:type="dcterms:W3CDTF">2026-10-19T05:57:17Z</dcterms:modified>
</cp:coreProperties>
</file>