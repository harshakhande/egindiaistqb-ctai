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0405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32942-717A-36E8-E15D-C2D8D2E95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C25328-CC9B-9DB3-F791-F79A281C35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6A00C0-462A-7C46-BE8E-F6C0095C5D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8186BE-E16A-411F-486B-123CC3018A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451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1FF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292608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 Neural Networks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12064" y="964692"/>
            <a:ext cx="9208008" cy="0"/>
          </a:xfrm>
          <a:prstGeom prst="line">
            <a:avLst/>
          </a:prstGeom>
          <a:noFill/>
          <a:ln w="9525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3504" y="1078992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Artificial neural networks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23544" y="1463040"/>
            <a:ext cx="10469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Initially designed to mimic the functioning of the human brain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1280160" y="1911096"/>
            <a:ext cx="101132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The brain can be viewed as a network of interconnected biological neurons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603504" y="2514600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Single-layer perceptron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23544" y="2916936"/>
            <a:ext cx="10469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One of the earliest artificial neural network implementations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923544" y="3364992"/>
            <a:ext cx="10469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Consists of just one layer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923544" y="3813048"/>
            <a:ext cx="10469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Used in supervised learning for binary classification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923544" y="4261104"/>
            <a:ext cx="10469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Works on linearly separable problems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1280160" y="4709160"/>
            <a:ext cx="101132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Determines whether an input belongs to a specific class or not</a:t>
            </a: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1FF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292608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 Neural Networks Cont.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12064" y="964692"/>
            <a:ext cx="9208008" cy="0"/>
          </a:xfrm>
          <a:prstGeom prst="line">
            <a:avLst/>
          </a:prstGeom>
          <a:noFill/>
          <a:ln w="9525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3504" y="1106424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Example: Email spam classification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23544" y="1581912"/>
            <a:ext cx="10469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A perceptron can classify emails as spam or not spam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923544" y="2048256"/>
            <a:ext cx="10469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It learns to separate the two categories using a straight-line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923544" y="2450592"/>
            <a:ext cx="10469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decision boundary in the input feature space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03504" y="3127248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Deep neural networks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23544" y="3621024"/>
            <a:ext cx="10469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Most modern neural networks have several layers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923544" y="4096512"/>
            <a:ext cx="10469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Networks with multiple layers are called deep neural networks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603504" y="4718304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Multi-layer perceptrons (MLPs)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23544" y="5230368"/>
            <a:ext cx="10469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Fully connected networks can be considered multi-layer perceptrons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F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460B69-8765-83EF-389F-2C8F89DD4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85B59C3-895C-84F4-8804-FC45C37C69F5}"/>
              </a:ext>
            </a:extLst>
          </p:cNvPr>
          <p:cNvSpPr/>
          <p:nvPr/>
        </p:nvSpPr>
        <p:spPr>
          <a:xfrm>
            <a:off x="512064" y="292608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 Neural Networks Cont.</a:t>
            </a:r>
            <a:endParaRPr lang="en-US" sz="29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8AA677A-6FC2-BE58-7A5D-7BB29880B3C6}"/>
              </a:ext>
            </a:extLst>
          </p:cNvPr>
          <p:cNvSpPr/>
          <p:nvPr/>
        </p:nvSpPr>
        <p:spPr>
          <a:xfrm>
            <a:off x="512064" y="964692"/>
            <a:ext cx="9208008" cy="0"/>
          </a:xfrm>
          <a:prstGeom prst="line">
            <a:avLst/>
          </a:prstGeom>
          <a:noFill/>
          <a:ln w="9525">
            <a:solidFill>
              <a:srgbClr val="111111"/>
            </a:solidFill>
            <a:prstDash val="solid"/>
          </a:ln>
        </p:spPr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D3AE16D-ADE2-74EF-94A8-B4CB35C38A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8000" y="1519656"/>
            <a:ext cx="7411906" cy="4053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1103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161</Words>
  <Application>Microsoft Office PowerPoint</Application>
  <PresentationFormat>Widescreen</PresentationFormat>
  <Paragraphs>24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5" baseType="lpstr">
      <vt:lpstr>Arial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3.4 Neural Networks</dc:title>
  <dc:subject>Section 3.4 Neural Networks</dc:subject>
  <dc:creator>OpenAI</dc:creator>
  <cp:lastModifiedBy>Anurag Patil</cp:lastModifiedBy>
  <cp:revision>3</cp:revision>
  <dcterms:created xsi:type="dcterms:W3CDTF">2026-10-14T17:40:53Z</dcterms:created>
  <dcterms:modified xsi:type="dcterms:W3CDTF">2026-10-14T17:51:07Z</dcterms:modified>
</cp:coreProperties>
</file>