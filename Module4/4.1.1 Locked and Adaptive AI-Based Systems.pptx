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66" r:id="rId3"/>
    <p:sldId id="269" r:id="rId4"/>
    <p:sldId id="267" r:id="rId5"/>
    <p:sldId id="268" r:id="rId6"/>
    <p:sldId id="270" r:id="rId7"/>
    <p:sldId id="271" r:id="rId8"/>
    <p:sldId id="272" r:id="rId9"/>
    <p:sldId id="273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625D-6226-1D23-EEE7-9015B4D9C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C9220-80B3-CECA-3C14-D92938C0F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E09D8-3C50-538A-8096-1E7C4F44B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AB4D1-BC7F-C613-4AB0-4C04F34E04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71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8934E-BDCC-8B9F-0D01-4FEAD32A6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14204-C818-1DD2-B7FD-0DC89C432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0602A-9F75-0CA6-120D-77F4B2BD0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AF475-530A-A191-D78B-C6D3CCA77A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05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C011-AC41-ADA4-9F83-4634F696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03EF7-8CC1-3143-4806-544612332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516C7D-917A-3B61-C7A8-8BBCC5E74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088F8-D3BA-7C91-724E-214ACCCF40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56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405D0-97C5-BA70-5F1E-86B966A93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57718-DFD8-5906-E302-D552C8150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E8316-E5F5-51A8-0947-D8341AC84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BFDC3-D540-AF43-BE4C-F095793FC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02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15920-1079-4047-6978-5916859F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AE6B7-8A0C-BBE1-AF86-C489EFE6C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C33EB-BACA-7EFC-83ED-6D03AF7FF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CA5A3-8B79-04F5-B413-96DFED0B5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2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44670-4A4B-0BFD-C2E1-F4868B35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E0E1A-4731-7A5B-CA22-C312C715B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6B3E1-EBEB-C8A5-7BC3-454862D90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E46E5-F663-14EE-59D3-975F81D287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70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C20EF-463F-71DA-684F-0426904E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3968E-42AA-7D5C-6491-E46E59237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5D3E5-A521-E9EF-3795-DD5BBB17B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4D835-50CA-1A06-2772-458329A807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23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57F37-B1B0-7C74-3227-B978F3D97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B14A5-1C56-5D6D-CE52-A6BC067C9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34EAB-8FA1-9CD9-9AB5-C990E1C7E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8C721-7CE6-4FB2-514B-0AFC2E9F6C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57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FF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ED7A5-DDEB-D87B-93AE-EC54E23A6944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4.1.1 Locked and Adaptive AI-Based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8CA24-5DD8-28FA-1296-14795AF4F382}"/>
              </a:ext>
            </a:extLst>
          </p:cNvPr>
          <p:cNvSpPr txBox="1"/>
          <p:nvPr/>
        </p:nvSpPr>
        <p:spPr>
          <a:xfrm>
            <a:off x="640510" y="1364297"/>
            <a:ext cx="784788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AI-based systems are classified as Locked AI-Based Systems and Adaptive AI-Based Systems based on whether their </a:t>
            </a:r>
            <a:r>
              <a:rPr lang="en-IN" dirty="0" err="1"/>
              <a:t>behavior</a:t>
            </a:r>
            <a:r>
              <a:rPr lang="en-IN" dirty="0"/>
              <a:t> changes after deployment.</a:t>
            </a:r>
          </a:p>
          <a:p>
            <a:pPr>
              <a:buNone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b="1" dirty="0"/>
              <a:t>Locked AI-Based Systems</a:t>
            </a:r>
          </a:p>
          <a:p>
            <a:pPr marL="342900" indent="-342900">
              <a:buAutoNum type="arabicPeriod"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Locked AI-based systems do not learn or change their model </a:t>
            </a:r>
            <a:r>
              <a:rPr lang="en-IN" dirty="0" err="1"/>
              <a:t>behavior</a:t>
            </a:r>
            <a:r>
              <a:rPr lang="en-IN" dirty="0"/>
              <a:t> automatically after deployment.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 a deployed Deep Neural Network (DNN), the weights and biases remain fixed unless the model is retrained.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Locked AI systems are generally easier to test because their </a:t>
            </a:r>
            <a:r>
              <a:rPr lang="en-IN" dirty="0" err="1"/>
              <a:t>behavior</a:t>
            </a:r>
            <a:r>
              <a:rPr lang="en-IN" dirty="0"/>
              <a:t> is relatively stable and predictable.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When a locked AI system is retrained or updated, it is considered a new system version and requires fresh testing.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Although locked systems are generally deterministic, small output variations can occur due to floating-point precision, GPU processing, or parallel computations.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Self-driving cars may use locked AI models for safety-related functions such as lane detection and traffic sign 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08786-7A9F-DED2-5891-53EAFD4E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BE34F8-F405-8E04-6BA9-D3DAE62DE786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FD04790-2ABB-F078-9523-F2534C8BD514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1E508-262F-937A-DADC-2BEEA89B0F2E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2. Adaptive AI-Based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D5EE6-884E-7DB4-15ED-51165E61D53F}"/>
              </a:ext>
            </a:extLst>
          </p:cNvPr>
          <p:cNvSpPr txBox="1"/>
          <p:nvPr/>
        </p:nvSpPr>
        <p:spPr>
          <a:xfrm>
            <a:off x="761280" y="1455697"/>
            <a:ext cx="89261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Adaptive AI-based systems can learn and modify their </a:t>
            </a:r>
            <a:r>
              <a:rPr lang="en-IN" dirty="0" err="1"/>
              <a:t>behavior</a:t>
            </a:r>
            <a:r>
              <a:rPr lang="en-IN" dirty="0"/>
              <a:t> after deployment.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These systems may adapt based on new data, reward functions, user interactions, or changes in their operating environment.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Reinforcement learning is an example of an AI approach that can support adaptive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Changes in adaptive AI systems cannot always be predicted in advance.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Adaptive AI systems are more challenging to test because their </a:t>
            </a:r>
            <a:r>
              <a:rPr lang="en-IN" dirty="0" err="1"/>
              <a:t>behavior</a:t>
            </a:r>
            <a:r>
              <a:rPr lang="en-IN" dirty="0"/>
              <a:t> may change during or after testing.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An e-commerce recommendation system may continuously update its recommendations based on customers' browsing history, purchases, and changing preferences.</a:t>
            </a:r>
          </a:p>
        </p:txBody>
      </p:sp>
    </p:spTree>
    <p:extLst>
      <p:ext uri="{BB962C8B-B14F-4D97-AF65-F5344CB8AC3E}">
        <p14:creationId xmlns:p14="http://schemas.microsoft.com/office/powerpoint/2010/main" val="361967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C0E10-477F-AAE9-D1BD-A67C37AF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622345-411B-B0C3-6C0C-B90BC3A82916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7265C4-0485-5559-31AC-67A3C2CFB636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8ABD5-0E6B-62B1-F0C8-337568645296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3. Generative AI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DDE63-0AA0-EF6C-DBCD-5C3C387180E6}"/>
              </a:ext>
            </a:extLst>
          </p:cNvPr>
          <p:cNvSpPr txBox="1"/>
          <p:nvPr/>
        </p:nvSpPr>
        <p:spPr>
          <a:xfrm>
            <a:off x="985566" y="1401662"/>
            <a:ext cx="74855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Many Generative AI systems, such as Large Language Model (LLM) chatbots, use locked models during normal operation.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Their underlying model parameters generally remain unchanged while users interact with them.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These models may be updated periodically through retraining, fine-tuning, or deployment of new versions.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Therefore, such systems can fall between fully locked and fully adaptive systems.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An AI chatbot may use the same deployed model for multiple conversations but receive periodic model updates.</a:t>
            </a:r>
          </a:p>
        </p:txBody>
      </p:sp>
    </p:spTree>
    <p:extLst>
      <p:ext uri="{BB962C8B-B14F-4D97-AF65-F5344CB8AC3E}">
        <p14:creationId xmlns:p14="http://schemas.microsoft.com/office/powerpoint/2010/main" val="190198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1B108C-0C33-A508-0D64-A7C6F886D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A4909F-2A7F-5828-32A6-9687E86FAB51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AF8707-4F2F-CAA6-EF09-38E1DFED4403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71C427-F3F9-1986-77E5-0B8E667C43B4}"/>
              </a:ext>
            </a:extLst>
          </p:cNvPr>
          <p:cNvSpPr txBox="1"/>
          <p:nvPr/>
        </p:nvSpPr>
        <p:spPr>
          <a:xfrm>
            <a:off x="530352" y="110835"/>
            <a:ext cx="6094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4. Deterministic and Non-Deterministic AI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55FB3-B011-F588-72BD-2D0033F36FD0}"/>
              </a:ext>
            </a:extLst>
          </p:cNvPr>
          <p:cNvSpPr txBox="1"/>
          <p:nvPr/>
        </p:nvSpPr>
        <p:spPr>
          <a:xfrm>
            <a:off x="830292" y="1454852"/>
            <a:ext cx="86932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Deterministic Systems: Produce the same output for the same input under the same operating conditions.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Non-Deterministic Systems: May produce different outputs for the same input due to randomness, learning, or computational variations.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AI-based systems exist on a continuum from fully locked and deterministic systems to self-learning and adaptive systems.</a:t>
            </a:r>
          </a:p>
        </p:txBody>
      </p:sp>
    </p:spTree>
    <p:extLst>
      <p:ext uri="{BB962C8B-B14F-4D97-AF65-F5344CB8AC3E}">
        <p14:creationId xmlns:p14="http://schemas.microsoft.com/office/powerpoint/2010/main" val="925331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540F3-5A02-9DE4-767A-8234F3EF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CAB364-A797-C60B-D87F-C03D0E68DFB4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1E0F9B6-8E13-1297-24FB-AF3DE2445E0D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75E2F1-9860-9A2A-8D40-038D4D1A59F0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5. Testing Locked AI-Based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F2305-5C2A-8878-202A-C1A5B7579DAB}"/>
              </a:ext>
            </a:extLst>
          </p:cNvPr>
          <p:cNvSpPr txBox="1"/>
          <p:nvPr/>
        </p:nvSpPr>
        <p:spPr>
          <a:xfrm>
            <a:off x="1037326" y="1348950"/>
            <a:ext cx="78996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Locked AI systems are generally easier to test because their model </a:t>
            </a:r>
            <a:r>
              <a:rPr lang="en-IN" dirty="0" err="1"/>
              <a:t>behavior</a:t>
            </a:r>
            <a:r>
              <a:rPr lang="en-IN" dirty="0"/>
              <a:t> remains stable after deployment.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Testers can define expected results and compare them with actual outputs.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Existing test cases can be repeatedly executed to verify system functionality.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When the model is retrained or updated, a fresh round of testing is required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Testers should also consider possible non-deterministic </a:t>
            </a:r>
            <a:r>
              <a:rPr lang="en-IN" dirty="0" err="1"/>
              <a:t>behavior</a:t>
            </a:r>
            <a:r>
              <a:rPr lang="en-IN" dirty="0"/>
              <a:t> caused by hardware differences and floating-point calculations.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A traffic sign recognition model is tested using images of different road signs to verify that it correctly identifies them.</a:t>
            </a:r>
          </a:p>
        </p:txBody>
      </p:sp>
    </p:spTree>
    <p:extLst>
      <p:ext uri="{BB962C8B-B14F-4D97-AF65-F5344CB8AC3E}">
        <p14:creationId xmlns:p14="http://schemas.microsoft.com/office/powerpoint/2010/main" val="3281992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6CFB9-D06F-B540-2A88-9DC5966B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414AD7-8F16-6465-B27A-60834D57500C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B3786B-746E-C531-FEB7-832D98A1FA67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8075F9-7205-B8AE-CC50-D4F47081A129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6. Testing Adaptive AI-Based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D9F1E-4CDA-13D0-1F53-EE8D8BCD9034}"/>
              </a:ext>
            </a:extLst>
          </p:cNvPr>
          <p:cNvSpPr txBox="1"/>
          <p:nvPr/>
        </p:nvSpPr>
        <p:spPr>
          <a:xfrm>
            <a:off x="1227107" y="1328360"/>
            <a:ext cx="864151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Adaptive AI systems are more complex to test because they can change their </a:t>
            </a:r>
            <a:r>
              <a:rPr lang="en-IN" dirty="0" err="1"/>
              <a:t>behavior</a:t>
            </a:r>
            <a:r>
              <a:rPr lang="en-IN" dirty="0"/>
              <a:t> during testing or after deployment.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Testers can simulate different environmental conditions to evaluate how the system adapts.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learning mechanism itself must be tested to verify that the system makes appropriate adjustments.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Controlled test scenarios can be used to evaluate whether adaptations improve or maintain system performance.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Since future </a:t>
            </a:r>
            <a:r>
              <a:rPr lang="en-IN" dirty="0" err="1"/>
              <a:t>behaviors</a:t>
            </a:r>
            <a:r>
              <a:rPr lang="en-IN" dirty="0"/>
              <a:t> cannot always be predicted, it may not be possible to prepare test cases for every possible adaptation.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Automated regression test suites can be executed whenever significant changes occur to ensure that core functionality remains safe.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Continuous monitoring is important to detect unexpected </a:t>
            </a:r>
            <a:r>
              <a:rPr lang="en-IN" dirty="0" err="1"/>
              <a:t>behavior</a:t>
            </a:r>
            <a:r>
              <a:rPr lang="en-IN" dirty="0"/>
              <a:t> and performance degradation.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An adaptive recommendation system can be tested by simulating changes in customer preferences and checking whether the recommendations remain relevant.</a:t>
            </a:r>
          </a:p>
        </p:txBody>
      </p:sp>
    </p:spTree>
    <p:extLst>
      <p:ext uri="{BB962C8B-B14F-4D97-AF65-F5344CB8AC3E}">
        <p14:creationId xmlns:p14="http://schemas.microsoft.com/office/powerpoint/2010/main" val="564952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D6E22-8814-E24D-78C4-F49D3A4F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7F98BC-5D98-52FA-C8A5-28124B51D337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9362317-9CC8-F3B9-0F10-8F4967ECCEFD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5640A0-3BDA-4CA8-D8E5-D97388677B44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Challenges in Testing AI-Based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BCCF6-DF90-1F10-0A05-6A1EB2336ED3}"/>
              </a:ext>
            </a:extLst>
          </p:cNvPr>
          <p:cNvSpPr txBox="1"/>
          <p:nvPr/>
        </p:nvSpPr>
        <p:spPr>
          <a:xfrm>
            <a:off x="1149470" y="1462047"/>
            <a:ext cx="791689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7. Performance Monitoring of Adaptive Systems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Adaptive AI systems should be monitored regularly to ensure that their performance remains acceptable.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Performance thresholds can be defined to detect significant degradation.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Testing can be triggered when the system undergoes major changes or when monitoring identifies unusual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Automated testing helps verify that new adaptations do not negatively affect existing functionality.</a:t>
            </a:r>
          </a:p>
          <a:p>
            <a:pPr>
              <a:buNone/>
            </a:pPr>
            <a:r>
              <a:rPr lang="en-IN" dirty="0"/>
              <a:t>Example: If the accuracy of an adaptive fraud detection system falls below a predefined acceptable threshold, additional testing may be triggered.</a:t>
            </a:r>
          </a:p>
        </p:txBody>
      </p:sp>
    </p:spTree>
    <p:extLst>
      <p:ext uri="{BB962C8B-B14F-4D97-AF65-F5344CB8AC3E}">
        <p14:creationId xmlns:p14="http://schemas.microsoft.com/office/powerpoint/2010/main" val="20013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4C8C2-8BA5-B435-B703-B61A933A6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8A28FC-48CD-01DE-4053-D572A23D3527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61788D-D89A-D3DA-D787-5F53AB4752C5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69DC7C-5423-E53F-1D79-8892AF47D75E}"/>
              </a:ext>
            </a:extLst>
          </p:cNvPr>
          <p:cNvSpPr txBox="1"/>
          <p:nvPr/>
        </p:nvSpPr>
        <p:spPr>
          <a:xfrm>
            <a:off x="530352" y="393192"/>
            <a:ext cx="81909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8. Difference Between Locked and Adaptive AI-Based Systems</a:t>
            </a:r>
          </a:p>
          <a:p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E42362-96CB-030C-79D9-24F4F9BDB9B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26774"/>
          <a:ext cx="10515600" cy="3749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194670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20287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Locked AI-Based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Adaptive AI-Based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923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behavior remains fixed after deployment.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behavior can change after deployment.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10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Weights and biases remain unchanged unless retrained.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parameters or behavior may be updated through learning.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738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Generally easier to test.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complex to test.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913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results are relatively stable.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results may change over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695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Changes are introduced through explicit updates.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Changes may occur automatically based on new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84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Fresh testing is required after model updates.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Repeated testing and ongoing monitoring are important.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481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Traffic sign recognition model.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Example: Adaptive product recommendation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609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82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3B275-BB30-2C40-B9B2-6360C3F53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0CA38C-E6BC-5B64-8CD9-2C3B2D55AEE1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87F7FAF-8164-68FC-DA6E-8026DBE3BB30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A451A3-8F1E-B827-5F78-34A53CEE1A12}"/>
              </a:ext>
            </a:extLst>
          </p:cNvPr>
          <p:cNvSpPr txBox="1"/>
          <p:nvPr/>
        </p:nvSpPr>
        <p:spPr>
          <a:xfrm>
            <a:off x="709521" y="1361868"/>
            <a:ext cx="80031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Key takeaway: Locked AI-based systems are easier to test because their </a:t>
            </a:r>
            <a:r>
              <a:rPr lang="en-IN" dirty="0" err="1"/>
              <a:t>behavior</a:t>
            </a:r>
            <a:r>
              <a:rPr lang="en-IN" dirty="0"/>
              <a:t> remains relatively stable, while adaptive AI-based systems require more complex testing, automated regression testing, and continuous monitoring to ensure that their changing </a:t>
            </a:r>
            <a:r>
              <a:rPr lang="en-IN" dirty="0" err="1"/>
              <a:t>behavior</a:t>
            </a:r>
            <a:r>
              <a:rPr lang="en-IN" dirty="0"/>
              <a:t> remains safe and reliable.</a:t>
            </a:r>
          </a:p>
        </p:txBody>
      </p:sp>
    </p:spTree>
    <p:extLst>
      <p:ext uri="{BB962C8B-B14F-4D97-AF65-F5344CB8AC3E}">
        <p14:creationId xmlns:p14="http://schemas.microsoft.com/office/powerpoint/2010/main" val="748360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F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YOU!!!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923</Words>
  <Application>Microsoft Office PowerPoint</Application>
  <PresentationFormat>Widescreen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Calculation of Machine Learning Functional Performance Metrics</dc:title>
  <dc:subject>ISTQB CT-AI 3.3.1</dc:subject>
  <dc:creator>OpenAI</dc:creator>
  <cp:lastModifiedBy>Anurag Patil</cp:lastModifiedBy>
  <cp:revision>16</cp:revision>
  <dcterms:created xsi:type="dcterms:W3CDTF">2026-10-14T05:21:37Z</dcterms:created>
  <dcterms:modified xsi:type="dcterms:W3CDTF">2026-10-15T04:11:09Z</dcterms:modified>
</cp:coreProperties>
</file>