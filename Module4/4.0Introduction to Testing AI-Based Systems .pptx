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66" r:id="rId3"/>
    <p:sldId id="269" r:id="rId4"/>
    <p:sldId id="267" r:id="rId5"/>
    <p:sldId id="268" r:id="rId6"/>
    <p:sldId id="270" r:id="rId7"/>
    <p:sldId id="271" r:id="rId8"/>
    <p:sldId id="272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625D-6226-1D23-EEE7-9015B4D9C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C9220-80B3-CECA-3C14-D92938C0F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E09D8-3C50-538A-8096-1E7C4F44B4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AB4D1-BC7F-C613-4AB0-4C04F34E04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71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8934E-BDCC-8B9F-0D01-4FEAD32A6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14204-C818-1DD2-B7FD-0DC89C432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0602A-9F75-0CA6-120D-77F4B2BD0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AF475-530A-A191-D78B-C6D3CCA77A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05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C011-AC41-ADA4-9F83-4634F696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03EF7-8CC1-3143-4806-544612332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516C7D-917A-3B61-C7A8-8BBCC5E74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088F8-D3BA-7C91-724E-214ACCCF40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56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405D0-97C5-BA70-5F1E-86B966A93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57718-DFD8-5906-E302-D552C8150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E8316-E5F5-51A8-0947-D8341AC84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BFDC3-D540-AF43-BE4C-F095793FC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02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15920-1079-4047-6978-5916859F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AE6B7-8A0C-BBE1-AF86-C489EFE6C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C33EB-BACA-7EFC-83ED-6D03AF7FF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CA5A3-8B79-04F5-B413-96DFED0B5C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2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44670-4A4B-0BFD-C2E1-F4868B35C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E0E1A-4731-7A5B-CA22-C312C715B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6B3E1-EBEB-C8A5-7BC3-454862D90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E46E5-F663-14EE-59D3-975F81D287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70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C20EF-463F-71DA-684F-0426904E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3968E-42AA-7D5C-6491-E46E59237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5D3E5-A521-E9EF-3795-DD5BBB17B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4D835-50CA-1A06-2772-458329A807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23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FF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ED7A5-DDEB-D87B-93AE-EC54E23A6944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Challenges in Testing AI-Based Systems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09B425-91A8-78D2-CC73-DF6E79C304EF}"/>
              </a:ext>
            </a:extLst>
          </p:cNvPr>
          <p:cNvSpPr txBox="1"/>
          <p:nvPr/>
        </p:nvSpPr>
        <p:spPr>
          <a:xfrm>
            <a:off x="1149470" y="1296239"/>
            <a:ext cx="85293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Testing AI-based systems is more challenging than testing traditional software because AI systems can learn, change their </a:t>
            </a:r>
            <a:r>
              <a:rPr lang="en-IN" dirty="0" err="1"/>
              <a:t>behavior</a:t>
            </a:r>
            <a:r>
              <a:rPr lang="en-IN" dirty="0"/>
              <a:t>, and produce probabilistic outputs. This makes it difficult to predict and verify their results.</a:t>
            </a:r>
          </a:p>
          <a:p>
            <a:pPr>
              <a:buNone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b="1" dirty="0"/>
              <a:t>Locked and Adaptive AI-Based Systems</a:t>
            </a:r>
          </a:p>
          <a:p>
            <a:pPr marL="342900" indent="-342900">
              <a:buAutoNum type="arabicPeriod"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Locked AI-Based Systems: These systems have fixed </a:t>
            </a:r>
            <a:r>
              <a:rPr lang="en-IN" dirty="0" err="1"/>
              <a:t>behavior</a:t>
            </a:r>
            <a:r>
              <a:rPr lang="en-IN" dirty="0"/>
              <a:t> after deployment and do not automatically learn from new data, making them easier to test.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Adaptive AI-Based Systems: These systems continuously learn or update their </a:t>
            </a:r>
            <a:r>
              <a:rPr lang="en-IN" dirty="0" err="1"/>
              <a:t>behavior</a:t>
            </a:r>
            <a:r>
              <a:rPr lang="en-IN" dirty="0"/>
              <a:t> based on new data, making testing more complex because their outputs can change over time.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Example: A spam detection model that remains unchanged after deployment is a locked AI system, while a model that automatically updates itself using new emails is an adaptive AI system.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08786-7A9F-DED2-5891-53EAFD4E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BE34F8-F405-8E04-6BA9-D3DAE62DE786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FD04790-2ABB-F078-9523-F2534C8BD514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1E508-262F-937A-DADC-2BEEA89B0F2E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Challenges in Testing AI-Based Systems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1A0E42-5962-169C-BE46-7299C26E31B6}"/>
              </a:ext>
            </a:extLst>
          </p:cNvPr>
          <p:cNvSpPr txBox="1"/>
          <p:nvPr/>
        </p:nvSpPr>
        <p:spPr>
          <a:xfrm>
            <a:off x="1149470" y="1296239"/>
            <a:ext cx="852936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2. Probabilistic Nature of AI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Many AI systems generate predictions based on probabilities rather than fixed rules.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same type of input may produce different outputs depending on the model, data, or operating conditions.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Traditional testing methods may not be sufficient to evaluate probabilistic AI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Statistical testing is often required to evaluate performance across multiple inputs and scenarios.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Testers assess performance distributions and confidence levels to determine the system's reliability.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Example: An image recognition model may predict that an image contains a cat with 85% confidence, while another image may produce a confidence score of 65%.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67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C0E10-477F-AAE9-D1BD-A67C37AF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622345-411B-B0C3-6C0C-B90BC3A82916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7265C4-0485-5559-31AC-67A3C2CFB636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78ABD5-0E6B-62B1-F0C8-337568645296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Challenges in Testing AI-Based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5704E-73ED-A392-C57F-77150A5E3765}"/>
              </a:ext>
            </a:extLst>
          </p:cNvPr>
          <p:cNvSpPr txBox="1"/>
          <p:nvPr/>
        </p:nvSpPr>
        <p:spPr>
          <a:xfrm>
            <a:off x="985566" y="1545927"/>
            <a:ext cx="833096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Test Oracle Problem in AI Testing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 test oracle is a mechanism used to determine whether the actual output of a system matches the expected result.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 traditional software testing, expected results are usually defined using clear requirements and specifications.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 AI-based systems, determining the correct expected output can be difficult because predictions may be subjective, uncertain, or complex.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test oracle problem becomes more challenging when tasks exceed human capabilities or lack a clearly defined correct answer.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Automated verification may be difficult, requiring expert judgment or statistical evaluation.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Example: When testing an AI system that generates summaries of medical reports, it may be difficult to define one exact correct summary because multiple summaries can be acceptable.</a:t>
            </a:r>
          </a:p>
        </p:txBody>
      </p:sp>
    </p:spTree>
    <p:extLst>
      <p:ext uri="{BB962C8B-B14F-4D97-AF65-F5344CB8AC3E}">
        <p14:creationId xmlns:p14="http://schemas.microsoft.com/office/powerpoint/2010/main" val="190198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1B108C-0C33-A508-0D64-A7C6F886D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A4909F-2A7F-5828-32A6-9687E86FAB51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AF8707-4F2F-CAA6-EF09-38E1DFED4403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71C427-F3F9-1986-77E5-0B8E667C43B4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Challenges in Testing AI-Based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5C066-357F-4BE6-AF25-ED14F5A6CD47}"/>
              </a:ext>
            </a:extLst>
          </p:cNvPr>
          <p:cNvSpPr txBox="1"/>
          <p:nvPr/>
        </p:nvSpPr>
        <p:spPr>
          <a:xfrm>
            <a:off x="942434" y="1402140"/>
            <a:ext cx="877953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4. Lack of Ground Truth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Ground truth refers to the known correct information used to evaluate the predictions of an AI system.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Some AI applications do not have clearly defined ground truth because their outputs depend on interpretation or subjective judgment.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Without reliable ground truth, testers may find it difficult to determine whether predictions are correct.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Example: When testing an AI system that evaluates the emotional tone of a customer review, different people may interpret the same review as positive, negative, or neutral.</a:t>
            </a:r>
          </a:p>
        </p:txBody>
      </p:sp>
    </p:spTree>
    <p:extLst>
      <p:ext uri="{BB962C8B-B14F-4D97-AF65-F5344CB8AC3E}">
        <p14:creationId xmlns:p14="http://schemas.microsoft.com/office/powerpoint/2010/main" val="925331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540F3-5A02-9DE4-767A-8234F3EF1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CAB364-A797-C60B-D87F-C03D0E68DFB4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1E0F9B6-8E13-1297-24FB-AF3DE2445E0D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75E2F1-9860-9A2A-8D40-038D4D1A59F0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Challenges in Testing AI-Based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7A127-4CB5-0CBA-CE91-654011207589}"/>
              </a:ext>
            </a:extLst>
          </p:cNvPr>
          <p:cNvSpPr txBox="1"/>
          <p:nvPr/>
        </p:nvSpPr>
        <p:spPr>
          <a:xfrm>
            <a:off x="916556" y="1695915"/>
            <a:ext cx="90555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5. Vague or Incomplete Requirements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AI systems may have requirements that are unclear, incomplete, or difficult to measure.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Vague requirements make it challenging to define expected results and acceptance criteria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Incomplete requirements further increase the difficulty of designing reliable test cases.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Example: A requirement stating that an AI chatbot should provide "good responses" is unclear because the meaning of a good response is not defined.</a:t>
            </a:r>
          </a:p>
        </p:txBody>
      </p:sp>
    </p:spTree>
    <p:extLst>
      <p:ext uri="{BB962C8B-B14F-4D97-AF65-F5344CB8AC3E}">
        <p14:creationId xmlns:p14="http://schemas.microsoft.com/office/powerpoint/2010/main" val="3281992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6CFB9-D06F-B540-2A88-9DC5966B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414AD7-8F16-6465-B27A-60834D57500C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EB3786B-746E-C531-FEB7-832D98A1FA67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8075F9-7205-B8AE-CC50-D4F47081A129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Challenges in Testing AI-Based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D9BA7-951C-298C-7787-8CD22DA7DE0B}"/>
              </a:ext>
            </a:extLst>
          </p:cNvPr>
          <p:cNvSpPr txBox="1"/>
          <p:nvPr/>
        </p:nvSpPr>
        <p:spPr>
          <a:xfrm>
            <a:off x="916556" y="1695915"/>
            <a:ext cx="90555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6. Approaches to Overcome AI Testing Challenges</a:t>
            </a:r>
          </a:p>
          <a:p>
            <a:endParaRPr lang="en-IN" b="1" dirty="0"/>
          </a:p>
          <a:p>
            <a:pPr lvl="0"/>
            <a:r>
              <a:rPr lang="en-IN" dirty="0"/>
              <a:t>Statistical Evaluation: Test the AI system using multiple inputs and </a:t>
            </a:r>
            <a:r>
              <a:rPr lang="en-IN" dirty="0" err="1"/>
              <a:t>analyze</a:t>
            </a:r>
            <a:r>
              <a:rPr lang="en-IN" dirty="0"/>
              <a:t> its performance through statistical measures and confidence levels.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Domain Expert Validation: Involve subject matter experts to evaluate whether the AI-generated outputs are reasonable and acceptable.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Ground Truth Definition: Establish reliable reference data or expected results wherever possible to evaluate model predictions.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Clear Acceptance Criteria: Define measurable requirements and acceptance conditions to improve testing effectiveness.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952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D6E22-8814-E24D-78C4-F49D3A4F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7F98BC-5D98-52FA-C8A5-28124B51D337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9362317-9CC8-F3B9-0F10-8F4967ECCEFD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5640A0-3BDA-4CA8-D8E5-D97388677B44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Challenges in Testing AI-Based Systems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4C42CF-6793-BA57-DDB2-B7D6C058A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947965"/>
              </p:ext>
            </p:extLst>
          </p:nvPr>
        </p:nvGraphicFramePr>
        <p:xfrm>
          <a:off x="530352" y="2084504"/>
          <a:ext cx="1051560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619839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14066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Traditional Software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AI-Based System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913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Behavior is generally based on predefined rules.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Behavior depends on learned patterns and model parameters.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077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Expected results are usually clearly defined.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Expected results may be uncertain or subjective.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010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Outputs are generally deterministic.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Outputs may be probabilistic.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243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oracles are usually easier to define.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Defining reliable test oracles can be difficult.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9550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Requirements are often precise and measurable.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Requirements may be vague or incomplete.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434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focuses on specified functionality.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Testing also requires statistical evaluation and assessment of model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13892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B512C77-3CBE-B920-A367-7081CECDD6E9}"/>
              </a:ext>
            </a:extLst>
          </p:cNvPr>
          <p:cNvSpPr txBox="1"/>
          <p:nvPr/>
        </p:nvSpPr>
        <p:spPr>
          <a:xfrm>
            <a:off x="530352" y="1251838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7. Traditional Software Testing vs. AI-Based System Testing</a:t>
            </a:r>
          </a:p>
        </p:txBody>
      </p:sp>
    </p:spTree>
    <p:extLst>
      <p:ext uri="{BB962C8B-B14F-4D97-AF65-F5344CB8AC3E}">
        <p14:creationId xmlns:p14="http://schemas.microsoft.com/office/powerpoint/2010/main" val="20013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D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4C8C2-8BA5-B435-B703-B61A933A6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8A28FC-48CD-01DE-4053-D572A23D3527}"/>
              </a:ext>
            </a:extLst>
          </p:cNvPr>
          <p:cNvSpPr/>
          <p:nvPr/>
        </p:nvSpPr>
        <p:spPr>
          <a:xfrm>
            <a:off x="530352" y="393192"/>
            <a:ext cx="11109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61788D-D89A-D3DA-D787-5F53AB4752C5}"/>
              </a:ext>
            </a:extLst>
          </p:cNvPr>
          <p:cNvSpPr/>
          <p:nvPr/>
        </p:nvSpPr>
        <p:spPr>
          <a:xfrm>
            <a:off x="530352" y="941832"/>
            <a:ext cx="10515600" cy="0"/>
          </a:xfrm>
          <a:prstGeom prst="line">
            <a:avLst/>
          </a:prstGeom>
          <a:noFill/>
          <a:ln w="8255">
            <a:solidFill>
              <a:srgbClr val="454545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69DC7C-5423-E53F-1D79-8892AF47D75E}"/>
              </a:ext>
            </a:extLst>
          </p:cNvPr>
          <p:cNvSpPr txBox="1"/>
          <p:nvPr/>
        </p:nvSpPr>
        <p:spPr>
          <a:xfrm>
            <a:off x="530352" y="393192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Challenges in Testing AI-Based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46770-F225-0F1A-5C60-59B256B6FF94}"/>
              </a:ext>
            </a:extLst>
          </p:cNvPr>
          <p:cNvSpPr txBox="1"/>
          <p:nvPr/>
        </p:nvSpPr>
        <p:spPr>
          <a:xfrm>
            <a:off x="890676" y="1447656"/>
            <a:ext cx="76235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Key takeaway: The main challenges in AI-based system testing are changing system </a:t>
            </a:r>
            <a:r>
              <a:rPr lang="en-IN" dirty="0" err="1"/>
              <a:t>behavior</a:t>
            </a:r>
            <a:r>
              <a:rPr lang="en-IN" dirty="0"/>
              <a:t>, probabilistic outputs, difficulty defining expected results, lack of ground truth, and unclear requirements. These challenges can be addressed through statistical testing, domain expert validation, and well-defined acceptance criteria.</a:t>
            </a:r>
          </a:p>
        </p:txBody>
      </p:sp>
    </p:spTree>
    <p:extLst>
      <p:ext uri="{BB962C8B-B14F-4D97-AF65-F5344CB8AC3E}">
        <p14:creationId xmlns:p14="http://schemas.microsoft.com/office/powerpoint/2010/main" val="393482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F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YOU!!!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826</Words>
  <Application>Microsoft Office PowerPoint</Application>
  <PresentationFormat>Widescreen</PresentationFormat>
  <Paragraphs>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Calculation of Machine Learning Functional Performance Metrics</dc:title>
  <dc:subject>ISTQB CT-AI 3.3.1</dc:subject>
  <dc:creator>OpenAI</dc:creator>
  <cp:lastModifiedBy>Anurag Patil</cp:lastModifiedBy>
  <cp:revision>7</cp:revision>
  <dcterms:created xsi:type="dcterms:W3CDTF">2026-10-14T05:21:37Z</dcterms:created>
  <dcterms:modified xsi:type="dcterms:W3CDTF">2026-10-15T04:05:07Z</dcterms:modified>
</cp:coreProperties>
</file>