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11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7207-60A8-139B-41C3-A2DEE0A1F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74CDC-33C0-4296-C46A-6062AE1D9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05CC4-A93F-AEF5-CDF7-309C2F65F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068FC-0AC2-1D0E-F57B-D49A4ED14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44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5E1E0-9EE7-2A1F-41DC-1966CE520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8BA8C-A3AC-3609-9B0D-1EBC15262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3B256-9765-527F-4BAB-CFC3E42CF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C4B42-8101-47E6-7894-DC70320CE0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72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6277E-A855-AC72-6630-F42FADC80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854B2-5E49-CC1B-B7BD-DEAAE2DE1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20907-EBAE-0AE6-1A2F-C809C0B16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A3FC5-523D-1D7F-3A96-7F8A4210C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31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E129-ED2C-2A88-24C4-A78AB2FE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46C23-5BC4-7D76-74FF-7C45EF04B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5A49B-A4E4-41A3-4060-067B98689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FD6F5-3502-42BD-DA9F-F19CDD2516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5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064D6-164D-C5AC-EC0A-82A41DAB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57D86-AD8D-7EE8-3E16-779D7B539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EFF48-A9F0-D374-3ECA-85FE98B7F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59450-280B-5054-DE05-4C49FF6F45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77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7B361-BA67-6A8C-6D1F-9ABDA8778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26A81-5364-F1FB-0F73-7D0540850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9D93B-D67D-0B9B-657E-607B41D7E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1FA49-F83A-1882-6DC1-9D1E37000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38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49F1-7A1C-7991-FE64-4B5027E32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0C528-D550-1110-E8CF-79D12A2A6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73BF8-4739-E5CE-4B52-96B614398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9BBF2-2FB3-6D7C-0F9E-190836FF7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40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1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3.4.1 Structure and Working of a Deep Neural Network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4310F0-2301-4992-52B0-CA0057F43BAF}"/>
              </a:ext>
            </a:extLst>
          </p:cNvPr>
          <p:cNvSpPr txBox="1"/>
          <p:nvPr/>
        </p:nvSpPr>
        <p:spPr>
          <a:xfrm>
            <a:off x="512063" y="1375307"/>
            <a:ext cx="93996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/>
              <a:t>Structure of a Deep Neural Network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Deep Neural Network (DNN) consists of three main types of layers: the input layer, hidden layers, and output layer.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input layer receives input data, such as pixel values from an image captured by a camera.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hidden layers contain interconnected artificial neurons, also called nodes, that process the input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output layer generates the final result, such as the probability that an image contains a cat.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 a fully connected network, each neuron in one layer is connected to every neuron in the next layer.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Different layers in a neural network may contain different numbers of neurons.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FCDD8-FCD9-7C59-205A-5DD6A4C7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ACB916-7E3E-0B28-F54F-5FC55677824B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3.4.1 Structure and Working of a Deep Neural Network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2FBA96-3EB0-4153-5264-AF29C42CC104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98B89-0C10-0E9F-C039-67998FDB0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941" y="1825542"/>
            <a:ext cx="7144117" cy="3206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FC15CE-57A0-0F5A-1527-00C3B0C67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503" y="1744639"/>
            <a:ext cx="7144117" cy="32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5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35338-7E9B-2450-2513-E12CF2BD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18E4A7-6EE7-2EBE-A659-FD9BD2C64557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3.4.1 Structure and Working of a Deep Neural Network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743A595-21AE-428B-E060-4A90F1673475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CBF98-4AB3-7266-9946-06D13D18F719}"/>
              </a:ext>
            </a:extLst>
          </p:cNvPr>
          <p:cNvSpPr txBox="1"/>
          <p:nvPr/>
        </p:nvSpPr>
        <p:spPr>
          <a:xfrm>
            <a:off x="752654" y="1264594"/>
            <a:ext cx="91418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Working of a Deep Neural Network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Neurons perform mathematical calculations and pass information from the input layer through the hidden layers to the output layer.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Each layer processes the received information and gradually transforms it into more meaningful and abstract representations.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As information moves through the network, the neurons identify patterns and features that help generate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42996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F2DCA-42A7-F0E7-02E8-6B457E94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D36730-B35F-7100-FCCD-3C95535BE901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3.4.1 Structure and Working of a Deep Neural Network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FCBB5C-EB43-BC04-FAD6-9FA88667105E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4E709-4F06-47EA-E40C-0A48D2725567}"/>
              </a:ext>
            </a:extLst>
          </p:cNvPr>
          <p:cNvSpPr txBox="1"/>
          <p:nvPr/>
        </p:nvSpPr>
        <p:spPr>
          <a:xfrm>
            <a:off x="1158097" y="1579958"/>
            <a:ext cx="8305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Weights, Biases, and Activation Functions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Weights determine how strongly the output of one neuron influences another connected neuron.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Bias is an additional numerical value added to the weighted sum of inputs to help the neuron adjust its output.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Weighted Sum is calculated by multiplying each input activation value by its corresponding weight and adding the results together.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Activation Function is a non-linear mathematical function applied to the weighted sum and bias to calculate the neuron's output.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Activation Value is the final value generated by a neuron after applying the activation function.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Different activation functions can produce different activation values and influence how the network processes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bias used in neural network calculations is different from bias related to fairness or discrimination in AI systems.</a:t>
            </a:r>
          </a:p>
        </p:txBody>
      </p:sp>
    </p:spTree>
    <p:extLst>
      <p:ext uri="{BB962C8B-B14F-4D97-AF65-F5344CB8AC3E}">
        <p14:creationId xmlns:p14="http://schemas.microsoft.com/office/powerpoint/2010/main" val="1784327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0C543-60F2-1032-5D0A-F5CC7BDA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220691-1078-6349-7903-EA0E93533D6B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3.4.1 Structure and Working of a Deep Neural Network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FBA13A-DDDD-ADCB-DBB7-F5C61D80ED89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5F627-47FD-E043-A7DE-A66E3DF6F23F}"/>
              </a:ext>
            </a:extLst>
          </p:cNvPr>
          <p:cNvSpPr txBox="1"/>
          <p:nvPr/>
        </p:nvSpPr>
        <p:spPr>
          <a:xfrm>
            <a:off x="778533" y="1421821"/>
            <a:ext cx="892618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Training a Deep Neural Network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Initialization: Before training begins, the network's weights are typically assigned small random values, while biases may be initialized to small random values or zero.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Forward Propagation: Training data passes through the network, and each neuron performs calculations to generate a predicted output.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Loss Calculation: The predicted output is compared with the known correct result to calculate the prediction error, also called loss.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Backpropagation: The error information is propagated backward through the network to determine how the weights and biases should be adjusted.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Weight and Bias Adjustment: The network updates its weights and biases to reduce prediction errors and improve its performance.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Repeated Training: The process continues with more training data, allowing the network to gradually learn patterns and improve predictions.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Epoch: One complete pass through the entire training dataset is called an epoch.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Training Completion: Training ends when the network achieves sufficiently good performance or meets a predefined stopping condition.</a:t>
            </a:r>
          </a:p>
        </p:txBody>
      </p:sp>
    </p:spTree>
    <p:extLst>
      <p:ext uri="{BB962C8B-B14F-4D97-AF65-F5344CB8AC3E}">
        <p14:creationId xmlns:p14="http://schemas.microsoft.com/office/powerpoint/2010/main" val="3369988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7293B-0282-6853-887E-407B5FFB2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CAE6AF-FB44-D46B-1441-5033F7AE7CD7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3.4.1 Structure and Working of a Deep Neural Network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A0DAC1-9CCE-26E2-4990-F191C44A7E61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73C5D-05A9-AF08-4E85-2297C02361D5}"/>
              </a:ext>
            </a:extLst>
          </p:cNvPr>
          <p:cNvSpPr txBox="1"/>
          <p:nvPr/>
        </p:nvSpPr>
        <p:spPr>
          <a:xfrm>
            <a:off x="512064" y="98274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5. Example: Cat Image Recognition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8A4967-36C2-9FF5-CD7E-494E29421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195" y="1924354"/>
            <a:ext cx="6972658" cy="39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2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A2458-5D37-1DAB-A73F-9FC52C6F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CE8AA9-1951-3C10-AA18-4CE7D927B99C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6EDC3E-06A7-1F05-973D-223BB5BDB074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A12BA-3C0C-8A90-9D55-1D79B6401E16}"/>
              </a:ext>
            </a:extLst>
          </p:cNvPr>
          <p:cNvSpPr txBox="1"/>
          <p:nvPr/>
        </p:nvSpPr>
        <p:spPr>
          <a:xfrm>
            <a:off x="787160" y="1403570"/>
            <a:ext cx="80980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3.4.2 Hands-on Exercise: Experience the Implementation of a Perceptron Students will be led through an exercise demonstrating a Perceptron learning a simple function, such as an AND function. The exercise should cover how a Perceptron learns by modifying its weights and bias values across multiple epochs until the error is minimized to zero. Various mechanisms (e.g., spreadsheet, simulation) may be used for this activity. </a:t>
            </a:r>
          </a:p>
        </p:txBody>
      </p:sp>
    </p:spTree>
    <p:extLst>
      <p:ext uri="{BB962C8B-B14F-4D97-AF65-F5344CB8AC3E}">
        <p14:creationId xmlns:p14="http://schemas.microsoft.com/office/powerpoint/2010/main" val="2897389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32598-1D06-3E06-F860-939619D9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65C158-FF0F-A0F8-AD34-2C68A8DE765E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3.4.1 Structure and Working of a Deep Neural Network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DD4C37-91F6-3D15-F54F-379E6DDB8D4F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252DC3-01AF-B089-D8DB-FF60F33EACA3}"/>
              </a:ext>
            </a:extLst>
          </p:cNvPr>
          <p:cNvSpPr txBox="1"/>
          <p:nvPr/>
        </p:nvSpPr>
        <p:spPr>
          <a:xfrm>
            <a:off x="512064" y="98274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5. Example: Cat Image Recognition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490B5-B5E3-7D24-1962-CEE3141A4839}"/>
              </a:ext>
            </a:extLst>
          </p:cNvPr>
          <p:cNvSpPr txBox="1"/>
          <p:nvPr/>
        </p:nvSpPr>
        <p:spPr>
          <a:xfrm>
            <a:off x="769907" y="1537779"/>
            <a:ext cx="930574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dirty="0"/>
              <a:t>The input layer receives the pixel values of an image containing a cat.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hidden layers process the image data and learn to recognize features such as edges, shapes, ears, and eyes.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output layer generates a prediction, such as a 90% probability that the image contains a cat.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predicted result is compared with the actual label to calculate the loss.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Backpropagation helps determine the adjustments required for the weights and biases.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network repeats this training process over multiple epochs to improve its prediction accuracy.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>
              <a:buNone/>
            </a:pPr>
            <a:r>
              <a:rPr lang="en-IN" dirty="0"/>
              <a:t>In simple words: A deep neural network learns by receiving data, processing it through interconnected neurons, making predictions, calculating errors, and repeatedly adjusting its weights and biases to improve future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215548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794</Words>
  <Application>Microsoft Office PowerPoint</Application>
  <PresentationFormat>Widescreen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3.4.1 Structure and Working of a Deep Neural Network</dc:title>
  <dc:subject>PptxGenJS Presentation</dc:subject>
  <dc:creator>OpenAI</dc:creator>
  <cp:lastModifiedBy>Anurag Patil</cp:lastModifiedBy>
  <cp:revision>6</cp:revision>
  <dcterms:created xsi:type="dcterms:W3CDTF">2026-10-14T17:45:21Z</dcterms:created>
  <dcterms:modified xsi:type="dcterms:W3CDTF">2026-10-15T03:52:20Z</dcterms:modified>
</cp:coreProperties>
</file>