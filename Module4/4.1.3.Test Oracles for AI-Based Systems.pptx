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80" r:id="rId3"/>
    <p:sldId id="286" r:id="rId4"/>
    <p:sldId id="285" r:id="rId5"/>
    <p:sldId id="284" r:id="rId6"/>
    <p:sldId id="283" r:id="rId7"/>
    <p:sldId id="282" r:id="rId8"/>
    <p:sldId id="281" r:id="rId9"/>
    <p:sldId id="287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276C0-2184-AF60-9644-D24F0C471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C04D7-245B-48EE-1982-1D6EFC46E2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C443E0-C171-4A34-B75F-BC419DBE42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F0C03-D5C3-50C1-D1C5-C518B651C3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960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1E66F-C620-284B-CB4A-A0262C60C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C49C8F-EF62-8F8D-8523-84F41DCD8C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0255AE-4962-F303-E71B-E172731AB8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5A937-A662-970F-D96B-27D5F13159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91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EEF2C-5039-8452-78EA-67BCC2C0A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B84CD4-FE51-73D3-5B1E-E58A391F4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59C27C-8718-7A0E-8403-75064931D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83AD4-AB08-EA5C-E816-378D6493F3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08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69527-C9BE-9250-CC54-533A39C77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85766B-05D0-3D4E-CD10-66FCB9E33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86E89-26EE-5B93-347A-905ABC6A8F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91318-D6CC-0C46-D189-B4F186294C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8305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C4486-AAC7-3BE6-827F-AFD861491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6000A6-DD6C-11D0-812A-6CD517C6C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E1696B-5924-DBF8-627B-D5149E245E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4B17F-0F49-E171-F51B-804F86D8A4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100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3BEC0-8470-DD71-839D-28DA62E8A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236974-DCE6-D3A5-7AE5-CCF8F81DC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C24360-2C7F-E217-082A-E52E6AD427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2DCB5-558F-63DF-F840-20399E2189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0308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66E26-4F5D-0171-9A10-D6C02E32F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6CC280-4B7E-5FDC-E5FD-66C9B66141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02FEB4-5B32-1619-559E-1289B32E0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EDCA14-2C38-677B-5758-A88237E414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0212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7F577-F9B4-58D1-E36A-B7B2065CF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9A8266-5FB5-04EE-363C-6039D3140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24192A-CDCA-33F0-B1D3-F533A22F94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D0315-1445-6EED-C2F9-A7CFD58C9A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806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FF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0ED7A5-DDEB-D87B-93AE-EC54E23A6944}"/>
              </a:ext>
            </a:extLst>
          </p:cNvPr>
          <p:cNvSpPr txBox="1"/>
          <p:nvPr/>
        </p:nvSpPr>
        <p:spPr>
          <a:xfrm>
            <a:off x="551688" y="139508"/>
            <a:ext cx="8915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4.1.3 Test Oracles for AI-Based Systems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DD72A2-DDD7-6DD3-454A-3039B286C18E}"/>
              </a:ext>
            </a:extLst>
          </p:cNvPr>
          <p:cNvSpPr txBox="1"/>
          <p:nvPr/>
        </p:nvSpPr>
        <p:spPr>
          <a:xfrm>
            <a:off x="994194" y="1033791"/>
            <a:ext cx="940063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A test oracle is a mechanism used to determine whether the actual output of a system matches the expected result.</a:t>
            </a:r>
          </a:p>
          <a:p>
            <a:pPr>
              <a:buNone/>
            </a:pPr>
            <a:r>
              <a:rPr lang="en-IN" dirty="0"/>
              <a:t>In AI-based systems, defining expected results can be challenging because AI models may produce probabilistic outputs, perform complex tasks, or change their </a:t>
            </a:r>
            <a:r>
              <a:rPr lang="en-IN" dirty="0" err="1"/>
              <a:t>behavior</a:t>
            </a:r>
            <a:r>
              <a:rPr lang="en-IN" dirty="0"/>
              <a:t> over time. This difficulty is known as the Test Oracle Problem.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 marL="342900" indent="-342900">
              <a:buAutoNum type="arabicPeriod"/>
            </a:pPr>
            <a:r>
              <a:rPr lang="en-IN" b="1" dirty="0"/>
              <a:t>Challenges in Defining Test Oracles for AI-Based Systems</a:t>
            </a:r>
          </a:p>
          <a:p>
            <a:pPr marL="342900" indent="-342900">
              <a:buAutoNum type="arabicPeriod"/>
            </a:pPr>
            <a:endParaRPr lang="en-IN" b="1" dirty="0"/>
          </a:p>
          <a:p>
            <a:pPr marL="342900" indent="-342900">
              <a:buAutoNum type="alphaUcPeriod"/>
            </a:pPr>
            <a:r>
              <a:rPr lang="en-IN" b="1" dirty="0"/>
              <a:t>Probabilistic and Non-Deterministic Nature</a:t>
            </a:r>
          </a:p>
          <a:p>
            <a:pPr marL="342900" indent="-342900">
              <a:buAutoNum type="alphaUcPeriod"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AI-based systems may produce different outputs even when the same input is provided.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Although some AI applications have a single correct answer, the model's predictions may be probabilistic.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Therefore, testers may need to define acceptable thresholds or tolerance ranges instead of expecting an exact output.</a:t>
            </a:r>
          </a:p>
          <a:p>
            <a:pPr>
              <a:buNone/>
            </a:pPr>
            <a:r>
              <a:rPr lang="en-IN" dirty="0"/>
              <a:t>Example: An AI image classification model may predict that an image contains a cat with 85% confidence in one execution and 87% in another.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1FA247-7972-7263-1BF4-DD1C6E2B0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33E3FD6-42E3-93E4-EA0E-79F7E4568A3C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2269E84-36CE-3FC6-393C-368AC2C89E4B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42AB6A-1549-7402-7B3C-855840289B67}"/>
              </a:ext>
            </a:extLst>
          </p:cNvPr>
          <p:cNvSpPr txBox="1"/>
          <p:nvPr/>
        </p:nvSpPr>
        <p:spPr>
          <a:xfrm>
            <a:off x="551688" y="139508"/>
            <a:ext cx="8915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B. Exploratory Development and Incomplete Specifications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D57979-A9BF-DD32-C3BB-4E83558F1386}"/>
              </a:ext>
            </a:extLst>
          </p:cNvPr>
          <p:cNvSpPr txBox="1"/>
          <p:nvPr/>
        </p:nvSpPr>
        <p:spPr>
          <a:xfrm>
            <a:off x="718149" y="1082091"/>
            <a:ext cx="940926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AI development often involves experimentation, and system requirements may change during development.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Requirements may be incomplete, unclear, or unavailable.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Without detailed specifications, testers may find it difficult to define precise expected results.</a:t>
            </a:r>
          </a:p>
          <a:p>
            <a:pPr>
              <a:buNone/>
            </a:pPr>
            <a:r>
              <a:rPr lang="en-IN" dirty="0"/>
              <a:t>Example: A requirement stating that an AI chatbot should provide "helpful responses" does not clearly define what qualifies as a correct response.</a:t>
            </a:r>
          </a:p>
          <a:p>
            <a:pPr>
              <a:buNone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53BE47-4964-631D-05B0-41CE6B606665}"/>
              </a:ext>
            </a:extLst>
          </p:cNvPr>
          <p:cNvSpPr txBox="1"/>
          <p:nvPr/>
        </p:nvSpPr>
        <p:spPr>
          <a:xfrm>
            <a:off x="634918" y="3468036"/>
            <a:ext cx="874911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C. Complexity of Tasks</a:t>
            </a:r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AI-based systems may perform complex tasks that are difficult for humans to verify manually.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 some applications, determining the correct output requires specialized knowledge or extensive analysis.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This makes defining reliable test oracles challenging.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dirty="0"/>
              <a:t>Example: An AI system </a:t>
            </a:r>
            <a:r>
              <a:rPr lang="en-IN" dirty="0" err="1"/>
              <a:t>analyzing</a:t>
            </a:r>
            <a:r>
              <a:rPr lang="en-IN" dirty="0"/>
              <a:t> thousands of medical images may generate findings that require expert evaluation.</a:t>
            </a:r>
          </a:p>
        </p:txBody>
      </p:sp>
    </p:spTree>
    <p:extLst>
      <p:ext uri="{BB962C8B-B14F-4D97-AF65-F5344CB8AC3E}">
        <p14:creationId xmlns:p14="http://schemas.microsoft.com/office/powerpoint/2010/main" val="4209091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904841-7D38-E439-A972-187F0F2AB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808984B-0071-136A-F3DD-F3A8959DA70B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3521C94-42DA-107D-537C-0320C1962E8C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09ED6B-BD38-5DA3-7AB8-AA78EBE82855}"/>
              </a:ext>
            </a:extLst>
          </p:cNvPr>
          <p:cNvSpPr txBox="1"/>
          <p:nvPr/>
        </p:nvSpPr>
        <p:spPr>
          <a:xfrm>
            <a:off x="551688" y="139508"/>
            <a:ext cx="8915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4.1.3 Test Oracles for AI-Based Systems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07C962-2DE4-23B8-C2E4-D77D9AA21109}"/>
              </a:ext>
            </a:extLst>
          </p:cNvPr>
          <p:cNvSpPr txBox="1"/>
          <p:nvPr/>
        </p:nvSpPr>
        <p:spPr>
          <a:xfrm>
            <a:off x="787159" y="1199441"/>
            <a:ext cx="929711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D. Subjectivity of </a:t>
            </a:r>
            <a:r>
              <a:rPr lang="en-IN" b="1" dirty="0" err="1"/>
              <a:t>Behavior</a:t>
            </a:r>
            <a:endParaRPr lang="en-IN" b="1" dirty="0"/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correctness of AI-generated outputs may depend on individual opinions or expectations.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Different users may consider different outputs acceptable for the same input.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This makes it difficult to define a single expected result that satisfies everyone.</a:t>
            </a:r>
          </a:p>
          <a:p>
            <a:pPr>
              <a:buNone/>
            </a:pPr>
            <a:r>
              <a:rPr lang="en-IN" dirty="0"/>
              <a:t>Example: Two users may have different opinions about whether an AI virtual assistant provided a useful answer.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E. Self-Learning Systems</a:t>
            </a:r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Self-learning AI systems continuously update their internal models using new data after deployment.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Their </a:t>
            </a:r>
            <a:r>
              <a:rPr lang="en-IN" dirty="0" err="1"/>
              <a:t>behavior</a:t>
            </a:r>
            <a:r>
              <a:rPr lang="en-IN" dirty="0"/>
              <a:t> may change as they adapt to new conditions and requirements.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Previously defined expected results may become outdated as the system evolves.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Test oracles may need to be updated regularly to remain relevant.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dirty="0"/>
              <a:t>Example: An adaptive recommendation system may suggest different products as customer preferences change over time.</a:t>
            </a:r>
          </a:p>
        </p:txBody>
      </p:sp>
    </p:spTree>
    <p:extLst>
      <p:ext uri="{BB962C8B-B14F-4D97-AF65-F5344CB8AC3E}">
        <p14:creationId xmlns:p14="http://schemas.microsoft.com/office/powerpoint/2010/main" val="3556798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3E0421-BDF7-563E-3497-B30732550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FCCF35-502C-EB86-7C5E-0F802B6EAC54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9A67A24-8A5D-0646-F0FE-FAF2FACDF26E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545A03-2FE9-EDA4-5640-9F46EAF9F218}"/>
              </a:ext>
            </a:extLst>
          </p:cNvPr>
          <p:cNvSpPr txBox="1"/>
          <p:nvPr/>
        </p:nvSpPr>
        <p:spPr>
          <a:xfrm>
            <a:off x="551688" y="139508"/>
            <a:ext cx="8915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2. Approaches to Address the Test Oracle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EE7BBE-88D7-A15E-4AF2-C0CB2E5CF69E}"/>
              </a:ext>
            </a:extLst>
          </p:cNvPr>
          <p:cNvSpPr txBox="1"/>
          <p:nvPr/>
        </p:nvSpPr>
        <p:spPr>
          <a:xfrm>
            <a:off x="925182" y="1086181"/>
            <a:ext cx="942651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lphaUcPeriod"/>
            </a:pPr>
            <a:r>
              <a:rPr lang="en-IN" b="1" dirty="0"/>
              <a:t>Defining Output Boundaries</a:t>
            </a:r>
          </a:p>
          <a:p>
            <a:pPr marL="342900" indent="-342900">
              <a:buAutoNum type="alphaUcPeriod"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Testers can define acceptable output ranges, distributions, limits, or tolerance values.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system is considered acceptable when its outputs satisfy the predefined conditions.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This approach is useful when exact expected results cannot be determined.</a:t>
            </a:r>
          </a:p>
          <a:p>
            <a:pPr>
              <a:buNone/>
            </a:pPr>
            <a:r>
              <a:rPr lang="en-IN" dirty="0"/>
              <a:t>Example: An autonomous vehicle must stop within a specified maximum braking distance under defined conditions.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B. Defining Environmental Boundaries</a:t>
            </a:r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Testers should define the environmental conditions under which the AI system is tested.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Conditions such as lighting, temperature, network latency, and weather may influence AI </a:t>
            </a:r>
            <a:r>
              <a:rPr lang="en-IN" dirty="0" err="1"/>
              <a:t>behavior</a:t>
            </a:r>
            <a:r>
              <a:rPr lang="en-IN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Controlling these conditions helps improve the predictability and repeatability of test results.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dirty="0"/>
              <a:t>Example: A facial recognition system can be tested under specified lighting conditions to evaluate its accuracy.</a:t>
            </a:r>
          </a:p>
        </p:txBody>
      </p:sp>
    </p:spTree>
    <p:extLst>
      <p:ext uri="{BB962C8B-B14F-4D97-AF65-F5344CB8AC3E}">
        <p14:creationId xmlns:p14="http://schemas.microsoft.com/office/powerpoint/2010/main" val="3333763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CB1CDE-ECDD-A381-F8D8-418A46098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57D68A8-E79F-0E74-0FC2-F927CEAC2489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DE0D16F-DA64-DCE3-27F8-0A21164A480C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98F677-1968-B871-AC15-46758DEF6803}"/>
              </a:ext>
            </a:extLst>
          </p:cNvPr>
          <p:cNvSpPr txBox="1"/>
          <p:nvPr/>
        </p:nvSpPr>
        <p:spPr>
          <a:xfrm>
            <a:off x="551688" y="139508"/>
            <a:ext cx="8915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4.1.3 Test Oracles for AI-Based Systems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0EC4F7-3322-D5B4-256E-95E4DFFF576B}"/>
              </a:ext>
            </a:extLst>
          </p:cNvPr>
          <p:cNvSpPr txBox="1"/>
          <p:nvPr/>
        </p:nvSpPr>
        <p:spPr>
          <a:xfrm>
            <a:off x="813038" y="941832"/>
            <a:ext cx="928849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C. Expert Consultation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Domain experts can help determine acceptable outputs when expected results are difficult to define.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Expert knowledge is particularly useful in specialized areas such as healthcare, finance, and autonomous systems.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However, expert opinions may differ, and experts can also make mistakes.</a:t>
            </a:r>
          </a:p>
          <a:p>
            <a:pPr>
              <a:buNone/>
            </a:pPr>
            <a:r>
              <a:rPr lang="en-IN" sz="1600" dirty="0"/>
              <a:t>Example: Medical specialists can evaluate whether an AI-generated diagnosis is reasonable based on the patient's symptoms and medical records.</a:t>
            </a:r>
          </a:p>
          <a:p>
            <a:pPr>
              <a:buNone/>
            </a:pPr>
            <a:endParaRPr lang="en-IN" sz="1600" dirty="0"/>
          </a:p>
          <a:p>
            <a:pPr>
              <a:buNone/>
            </a:pPr>
            <a:r>
              <a:rPr lang="en-IN" sz="1600" b="1" dirty="0"/>
              <a:t>D. Specialized Testing Techniques</a:t>
            </a:r>
          </a:p>
          <a:p>
            <a:pPr>
              <a:buNone/>
            </a:pPr>
            <a:endParaRPr lang="en-IN" sz="1600" b="1" dirty="0"/>
          </a:p>
          <a:p>
            <a:pPr>
              <a:buNone/>
            </a:pPr>
            <a:r>
              <a:rPr lang="en-IN" sz="1600" dirty="0"/>
              <a:t>Specialized testing techniques can evaluate AI </a:t>
            </a:r>
            <a:r>
              <a:rPr lang="en-IN" sz="1600" dirty="0" err="1"/>
              <a:t>behavior</a:t>
            </a:r>
            <a:r>
              <a:rPr lang="en-IN" sz="1600" dirty="0"/>
              <a:t> even when exact expected results are unavailable.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A/B Testing: Compares two versions of an AI system to determine which performs better based on predefined performance measures.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Back-to-Back Testing: Compares the outputs of different implementations or versions of a system using the same inputs.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Metamorphic Testing: Verifies whether expected relationships between inputs and outputs remain valid when inputs are modified.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/>
          </a:p>
          <a:p>
            <a:pPr>
              <a:buNone/>
            </a:pPr>
            <a:r>
              <a:rPr lang="en-IN" sz="1600" dirty="0"/>
              <a:t>Example: In metamorphic testing, slightly adjusting the brightness of an image should not change the classification when the object's identity remains clearly recognizable and the change is within the defined test conditions.</a:t>
            </a:r>
          </a:p>
        </p:txBody>
      </p:sp>
    </p:spTree>
    <p:extLst>
      <p:ext uri="{BB962C8B-B14F-4D97-AF65-F5344CB8AC3E}">
        <p14:creationId xmlns:p14="http://schemas.microsoft.com/office/powerpoint/2010/main" val="855130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80F7F4-AED5-20B9-EA39-B594F96DD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CB5B3E0-B283-51F7-CFAA-07B98F93059A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23D463C-C0E3-D955-BD23-9EF554C09427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918BF2-B04A-905C-8A04-EA30BA72BCC9}"/>
              </a:ext>
            </a:extLst>
          </p:cNvPr>
          <p:cNvSpPr txBox="1"/>
          <p:nvPr/>
        </p:nvSpPr>
        <p:spPr>
          <a:xfrm>
            <a:off x="551688" y="139508"/>
            <a:ext cx="8915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4.1.3 Test Oracles for AI-Based Systems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64B54D-A43D-0B7B-D61D-225E2CF7420A}"/>
              </a:ext>
            </a:extLst>
          </p:cNvPr>
          <p:cNvSpPr txBox="1"/>
          <p:nvPr/>
        </p:nvSpPr>
        <p:spPr>
          <a:xfrm>
            <a:off x="1028699" y="1152427"/>
            <a:ext cx="821019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E. Proxy Oracles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 proxy oracle uses another system or model to help evaluate AI-generated outputs when direct expected results are unavailable.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proxy system may be another AI model trained on </a:t>
            </a:r>
            <a:r>
              <a:rPr lang="en-IN" dirty="0" err="1"/>
              <a:t>labeled</a:t>
            </a:r>
            <a:r>
              <a:rPr lang="en-IN" dirty="0"/>
              <a:t> data.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Proxy oracles provide an alternative method for assessing outputs, but their results may also contain errors and require validation.</a:t>
            </a:r>
          </a:p>
          <a:p>
            <a:pPr>
              <a:buNone/>
            </a:pPr>
            <a:r>
              <a:rPr lang="en-IN" dirty="0"/>
              <a:t>Example: A second AI model can evaluate the predictions of an image classification system when manually verified labels are unavailable.</a:t>
            </a:r>
          </a:p>
        </p:txBody>
      </p:sp>
    </p:spTree>
    <p:extLst>
      <p:ext uri="{BB962C8B-B14F-4D97-AF65-F5344CB8AC3E}">
        <p14:creationId xmlns:p14="http://schemas.microsoft.com/office/powerpoint/2010/main" val="4276565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1BF1D3-2437-7A66-189D-FE41F7E33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A83FA38-7741-0816-0A0D-BF7FAB84211B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5523282-7DBB-7362-9FED-1759EFC723C0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ED6935-253B-EAF9-CD1D-21A59A596688}"/>
              </a:ext>
            </a:extLst>
          </p:cNvPr>
          <p:cNvSpPr txBox="1"/>
          <p:nvPr/>
        </p:nvSpPr>
        <p:spPr>
          <a:xfrm>
            <a:off x="551688" y="139508"/>
            <a:ext cx="8915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4.1.3 Test Oracles for AI-Based Systems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6C14FF1-6B4C-1056-3BD2-58D9CD75A08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263934"/>
          <a:ext cx="10515600" cy="3474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68893351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203347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Challenges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Possible Solutions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0062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Probabilistic outputs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Define acceptable thresholds and tolerance ranges.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2291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Incomplete specifications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Establish clearer requirements and acceptance criteria.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9081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Complex tasks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Consult domain experts.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7887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Subjective behavior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Define agreed evaluation criteria and acceptable outcomes.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2094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Self-learning behavior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Review and update test oracles as the system evolves.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230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Unpredictable environmental conditions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Define and control environmental boundaries.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313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Missing expected results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 specialized testing techniques or proxy oracles.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93916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207BD0B-B16D-6D3E-F12A-7B2929EB21EB}"/>
              </a:ext>
            </a:extLst>
          </p:cNvPr>
          <p:cNvSpPr txBox="1"/>
          <p:nvPr/>
        </p:nvSpPr>
        <p:spPr>
          <a:xfrm>
            <a:off x="925183" y="1233551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3. Summary of Test Oracle Challenges and Solutions</a:t>
            </a:r>
          </a:p>
        </p:txBody>
      </p:sp>
    </p:spTree>
    <p:extLst>
      <p:ext uri="{BB962C8B-B14F-4D97-AF65-F5344CB8AC3E}">
        <p14:creationId xmlns:p14="http://schemas.microsoft.com/office/powerpoint/2010/main" val="2802349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043734-F84F-19FD-0440-2475100A2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816EE0E-A8D3-5998-B297-00CC23F4E315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2313E0C-FE1B-4310-396C-AC17BEB8E2B3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2B3847-5D76-9F73-5DEB-26B6553B00AC}"/>
              </a:ext>
            </a:extLst>
          </p:cNvPr>
          <p:cNvSpPr txBox="1"/>
          <p:nvPr/>
        </p:nvSpPr>
        <p:spPr>
          <a:xfrm>
            <a:off x="551688" y="139508"/>
            <a:ext cx="8915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4.1.3 Test Oracles for AI-Based Systems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C02D50-3969-3EE2-E426-B931E9931EAC}"/>
              </a:ext>
            </a:extLst>
          </p:cNvPr>
          <p:cNvSpPr txBox="1"/>
          <p:nvPr/>
        </p:nvSpPr>
        <p:spPr>
          <a:xfrm>
            <a:off x="1045952" y="1122364"/>
            <a:ext cx="880541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4. Practical Example: Testing an AI Chatbot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Suppose an AI chatbot is asked: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"What are the symptoms of diabetes?“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The chatbot may provide different responses that are medically correct but use different wording.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Testing can be performed using the following approaches: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Output Boundaries: Verify that the response does not contain prohibited or clearly incorrect medical claims.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Environmental Boundaries: Test using a specified model version, configuration, and input prompt.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Expert Consultation: Ask medical professionals to evaluate the factual accuracy of the response.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Metamorphic Testing: Rephrase the question and verify that the chatbot provides medically consistent information.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Proxy Oracle: Use a separately validated model to help assess the response, with additional checks for possible errors.</a:t>
            </a:r>
          </a:p>
        </p:txBody>
      </p:sp>
    </p:spTree>
    <p:extLst>
      <p:ext uri="{BB962C8B-B14F-4D97-AF65-F5344CB8AC3E}">
        <p14:creationId xmlns:p14="http://schemas.microsoft.com/office/powerpoint/2010/main" val="2313772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5E0CC7-7286-E690-07AC-FD69FC7CF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C885758-421F-64B2-F981-7B5D43198298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7360F7B-1FB8-60F6-9324-627983E0D4A5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2120F1-05E7-EE67-5526-662BC6382806}"/>
              </a:ext>
            </a:extLst>
          </p:cNvPr>
          <p:cNvSpPr txBox="1"/>
          <p:nvPr/>
        </p:nvSpPr>
        <p:spPr>
          <a:xfrm>
            <a:off x="551688" y="139508"/>
            <a:ext cx="8915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4.1.3 Test Oracles for AI-Based Systems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C737EE-1C2C-ED4C-B03D-1A01BA6A01BD}"/>
              </a:ext>
            </a:extLst>
          </p:cNvPr>
          <p:cNvSpPr txBox="1"/>
          <p:nvPr/>
        </p:nvSpPr>
        <p:spPr>
          <a:xfrm>
            <a:off x="1045952" y="1122364"/>
            <a:ext cx="88054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Key takeaway: The test oracle problem occurs when it is difficult to determine the correct expected output of an AI-based system. It can be addressed by defining output and environmental boundaries, consulting domain experts, applying specialized testing techniques, and using proxy oracles.</a:t>
            </a:r>
          </a:p>
        </p:txBody>
      </p:sp>
    </p:spTree>
    <p:extLst>
      <p:ext uri="{BB962C8B-B14F-4D97-AF65-F5344CB8AC3E}">
        <p14:creationId xmlns:p14="http://schemas.microsoft.com/office/powerpoint/2010/main" val="527787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FF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2834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YOU!!!</a:t>
            </a:r>
            <a:endParaRPr lang="en-US" sz="3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1135</Words>
  <Application>Microsoft Office PowerPoint</Application>
  <PresentationFormat>Widescreen</PresentationFormat>
  <Paragraphs>127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Calculation of Machine Learning Functional Performance Metrics</dc:title>
  <dc:subject>ISTQB CT-AI 3.3.1</dc:subject>
  <dc:creator>OpenAI</dc:creator>
  <cp:lastModifiedBy>Anurag Patil</cp:lastModifiedBy>
  <cp:revision>34</cp:revision>
  <dcterms:created xsi:type="dcterms:W3CDTF">2026-10-14T05:21:37Z</dcterms:created>
  <dcterms:modified xsi:type="dcterms:W3CDTF">2026-10-15T04:22:22Z</dcterms:modified>
</cp:coreProperties>
</file>