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21792" y="896112"/>
            <a:ext cx="7882128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100584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Characteristics of AI-Based Systems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1783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2.1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2221992"/>
            <a:ext cx="7882128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33172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Quality Characteristics for AI-Based Systems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21792" y="3108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2.1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21792" y="3547872"/>
            <a:ext cx="7882128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65760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25059 and AI safety challenges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Characteristics for AI-Based Systems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ISO/IEC 25059 extends software quality models for AI-based systems.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5216" y="1600200"/>
            <a:ext cx="10561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systems need additional quality checks because they learn from data and may produce uncertain results.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85216" y="2276856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Important characteristics include: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9264" y="2715768"/>
            <a:ext cx="10104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AI functional correctness, functional adaptability and user controllability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9264" y="3300984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Transparency, AI robustness and intervenability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9264" y="3739896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Societal and ethical risk mitigation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Characteristics Cont.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functional correctness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9264" y="1600200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Checks whether AI outputs meet the intended purpose and requirements.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9264" y="2039112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A spam detector correctly identifies spam and genuine emails.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85216" y="2478024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Functional adaptability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9264" y="2916936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Ability to remain useful when conditions or input data change.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9264" y="3355848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A traffic-prediction model adapts to new road patterns.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85216" y="3794760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controllability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9264" y="4233672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Users should be able to control relevant AI actions and settings.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9264" y="4672584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A user can turn off AI recommendations.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Characteristics Cont.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Transparency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9264" y="1600200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Makes relevant AI behavior, limitations and decisions understandable.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9264" y="2039112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A loan AI gives understandable reasons for its output.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85216" y="2478024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robustness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9264" y="2916936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Ability to perform reliably with noisy, unexpected or changing inputs.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9264" y="3355848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An image-recognition model still works in poor lighting.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85216" y="3794760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Intervenability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9264" y="4233672"/>
            <a:ext cx="10104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Allows appropriate human intervention when AI behavior is unsafe or incorrect.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9264" y="4818888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A driver can take control from an automated driving system.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Characteristics Cont.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Societal and ethical risk mitigation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9264" y="1600200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AI quality also considers potential harm to people and society.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9264" y="2039112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Bias and fairness: Check whether outcomes unfairly disadvantage groups.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9264" y="2478024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Privacy: Protect personal information used by AI systems.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9264" y="2916936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Accountability: Make responsibilities and oversight clear.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9264" y="3355848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Safety: Reduce the risk of harmful decisions or actions.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9264" y="3794760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Test a hiring AI for unfair patterns across applicant groups.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Challenges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Vague specifications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9264" y="1600200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It can be difficult to define exactly what a “correct” AI answer is.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85216" y="2039112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Non-determinism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9264" y="2478024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The same or similar input may not always produce the same output.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85216" y="2916936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Self-learning or evolving behavior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9264" y="3355848"/>
            <a:ext cx="10104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A model may change after retraining or updating, requiring repeated tests.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85216" y="3941064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Limited explainability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9264" y="4379976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Complex AI models may be difficult to understand or explain.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Challenges Cont.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Changing standards and regulations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69264" y="1600200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Safety expectations and regulatory requirements continue to evolve.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85216" y="2039112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Difficult test oracles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9264" y="2478024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For some AI results, a single exact expected answer is unavailable.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85216" y="2916936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Dependence on data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9264" y="3355848"/>
            <a:ext cx="10104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Low-quality or unrepresentative training and test data can cause failures.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85216" y="3941064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Real-world example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9264" y="4379976"/>
            <a:ext cx="10104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A medical AI needs checks for performance, bias, safety and human oversight.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AI-Based Quality Characteristics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Define measurable acceptance criteria for expected AI behavior.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5216" y="1600200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with representative, diverse and challenging datasets.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85216" y="2039112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Measure suitable quality metrics, not accuracy alone.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5216" y="2478024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 robustness using noisy, incomplete and unusual inputs.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" y="2916936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user controls, intervention and human oversight.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85216" y="335584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Re-test after model updates, data drift or changes in requirements.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85216" y="3794760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Record evidence that supports safety and regulatory compliance.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ISO/IEC 25059 addresses quality needs specific to AI-based systems.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5216" y="1600200"/>
            <a:ext cx="10561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Important qualities include correctness, adaptability, controllability, transparency, robustness and intervenability.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85216" y="2276856"/>
            <a:ext cx="10561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Ethical and societal risks must be considered alongside technical performance.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5216" y="2862072"/>
            <a:ext cx="10561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testing must account for uncertainty, model changes and explainability limitations.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2.1.1 AI-Specific Quality Characteristics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ISO/IEC 25059 extends ISO/IEC 25010 for AI-based systems.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85216" y="1600200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 quality perspectives: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9264" y="2039112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Product quality: properties of the AI-based system itself.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9264" y="2478024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Quality in use: effects of using the system in a real context.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85216" y="2916936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 testers, these characteristics guide: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9264" y="3355848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Test objectives and the quality risks to evaluate.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9264" y="3794760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Acceptance criteria and interpretation of test results.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AI-Specific Quality Characteristics Cont.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functional correctness — Product quality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9264" y="1600200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Perfect accuracy cannot be guaranteed for probabilistic ML.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" y="2039112"/>
            <a:ext cx="10104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Evaluate correct and incorrect results against acceptable error thresholds.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" y="2624328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Measure a fraud model’s missed fraud and false alarms.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5216" y="3063240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Functional adaptability — Product quality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9264" y="3502152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AI autonomously adjusts to changes in its environment after deployment.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3941064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Traffic prediction adjusts to new travel patterns.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AI-Specific Quality Characteristics Cont.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controllability — Product quality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9264" y="1600200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A human or external agent can intervene in AI functioning in time.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" y="2039112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A user can stop an automatic AI action.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216" y="2478024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Transparency — Product quality and quality in use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9264" y="2916936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Appropriate information about the AI is communicated to stakeholders.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9264" y="3355848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Show users relevant reasons and limitations of an AI output.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5216" y="3794760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Interaction capability replaces “usability” in ISO/IEC 25010:2023.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AI-Specific Quality Characteristics Cont.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robustness — Product quality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9264" y="1600200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Maintains AI functional correctness under challenging circumstances.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" y="2039112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Test biased, adversarial or invalid data and environmental interference.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" y="2478024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Image AI performs acceptably with noisy input.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5216" y="2916936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Intervenability — Product quality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9264" y="3355848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An operator can intervene promptly to prevent harm or hazards.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3794760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An operator can activate an emergency stop.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AI-Specific Quality Characteristics Cont.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Societal and ethical risk mitigation — Quality in use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9264" y="1600200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A new sub-characteristic of freedom from risk.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" y="2039112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Evaluate fairness, non-discrimination, accountability and human values.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" y="2478024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Consider privacy, safety, security and human control of technology.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9264" y="2916936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Consider law, international norms, community, environment and labor.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9264" y="3355848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Check a recruitment AI for unfair treatment of applicants.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5216" y="3794760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Testing focus: identify potential harm as well as technical errors.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2.1.1 Testing Summary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Correctness: Set acceptable limits for wrong and correct outputs.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85216" y="1600200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Adaptability: Check behavior after environmental changes.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5216" y="2039112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Controllability: Verify users or agents can act in time.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216" y="2478024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Transparency: Verify stakeholders receive appropriate information.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5216" y="2916936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Robustness: Challenge the system with adverse inputs and conditions.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5216" y="335584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Intervenability: Verify operators can prevent harm.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5216" y="3794760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Ethics: Evaluate societal risks, fairness, privacy and safety.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YOU!!!</a:t>
            </a:r>
            <a:endParaRPr lang="en-US" sz="3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Characteristics for AI-Based Systems</dc:title>
  <dc:subject>ISTQB CT-AI Section 2.1</dc:subject>
  <dc:creator>OpenAI</dc:creator>
  <cp:lastModifiedBy>OpenAI</cp:lastModifiedBy>
  <cp:revision>1</cp:revision>
  <dcterms:created xsi:type="dcterms:W3CDTF">2026-10-14T03:38:51Z</dcterms:created>
  <dcterms:modified xsi:type="dcterms:W3CDTF">2026-10-14T03:38:51Z</dcterms:modified>
</cp:coreProperties>
</file>